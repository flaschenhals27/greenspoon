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756" y="22860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Spoon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Vorrat scannen, klug kochen.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4343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Flutter-App gegen Lebensmittelverschwendung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Supabase  ·  Studienprojekt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Problem: Lebensmittel im Müll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8076" y="1737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08076" y="20574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~78 kg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28116" y="3200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Lebensmittelabfälle pro Kopf und Jahr in Deutschland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836" y="1737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02836" y="20574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~59 %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722876" y="3200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Abfälle entstehen in privaten Haushalten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7596" y="1737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97596" y="20574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517636" y="3200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weltweit erzeugten Lebensmittel wird nie gegessen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4617720"/>
            <a:ext cx="1737360" cy="1737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520440" y="51206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Häufigste Ursache: fehlender Überblick. 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 laufen unbemerkt ab – dabei ließe sich das meiste noch verkochen.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Idee: Drei Schritte gegen die Tonne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48056" y="16916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68196" y="210312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9714" y="23646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8056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Scannen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8096" y="384048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Einkauf Barcode scannen, das MHD liest die Kamera per Texterkennung gleich mit.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67328" y="3108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471416" y="16916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91556" y="210312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236463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1416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Verwalten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91456" y="384048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Vorrat ist nach Ablaufdatum sortiert – die App erinnert, bevor etwas verdirbt.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790688" y="3108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8494776" y="16916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14916" y="210312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434" y="2364638"/>
            <a:ext cx="482803" cy="482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4776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Klug kochen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814816" y="384048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KI-Rezepte schlagen Gerichte aus dem vor, was da ist – zuerst mit dem, was bald abläuft.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0" y="5806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wegwerfen, ohne den Alltag umzukrempeln.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im Überblick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93776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8EE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187452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30" y="20290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Vorrat (Pantry)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8096" y="2606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Anlegen, bearbeiten, nach MHD sortiert – mit Warnung bei bald ablaufenden Produkten.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4256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8EE"/>
          </a:solidFill>
          <a:ln/>
        </p:spPr>
      </p:sp>
      <p:sp>
        <p:nvSpPr>
          <p:cNvPr id="9" name="Shape 6"/>
          <p:cNvSpPr/>
          <p:nvPr/>
        </p:nvSpPr>
        <p:spPr>
          <a:xfrm>
            <a:off x="4608576" y="187452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110" y="20290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0096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08576" y="2606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Barcode-Scan plus MHD-Texterkennung, Produktdaten via Open Food Facts.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74736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8EE"/>
          </a:solidFill>
          <a:ln/>
        </p:spPr>
      </p:sp>
      <p:sp>
        <p:nvSpPr>
          <p:cNvPr id="14" name="Shape 10"/>
          <p:cNvSpPr/>
          <p:nvPr/>
        </p:nvSpPr>
        <p:spPr>
          <a:xfrm>
            <a:off x="8449056" y="187452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590" y="20290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KI-Rezepte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49056" y="2606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Vorschläge passend zum aktuellen Vorrat, generiert über eine Edge Function.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93776" y="4069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8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8096" y="43434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30" y="44979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99616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Erinnerungen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68096" y="5074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Push-Benachrichtigungen, bevor etwas verdirbt.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34256" y="4069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8EE"/>
          </a:solidFill>
          <a:ln/>
        </p:spPr>
      </p:sp>
      <p:sp>
        <p:nvSpPr>
          <p:cNvPr id="24" name="Shape 18"/>
          <p:cNvSpPr/>
          <p:nvPr/>
        </p:nvSpPr>
        <p:spPr>
          <a:xfrm>
            <a:off x="4608576" y="43434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110" y="449793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0096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CO₂-Bilanz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608576" y="5074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Geschätzte Einsparung mit anschaulichen Äquivalenten und Statistiken.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174736" y="4069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8EE"/>
          </a:solidFill>
          <a:ln/>
        </p:spPr>
      </p:sp>
      <p:sp>
        <p:nvSpPr>
          <p:cNvPr id="29" name="Shape 22"/>
          <p:cNvSpPr/>
          <p:nvPr/>
        </p:nvSpPr>
        <p:spPr>
          <a:xfrm>
            <a:off x="8449056" y="43434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590" y="449793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80576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&amp; Auth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449056" y="5074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Registrierung, Passwort-Reset per Code, wählbares Profilbild.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Scanner: Erfassen in Sekunden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2422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Barcode scannen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83080" y="197510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mobile_scanner erkennt den Code direkt über die Kamera.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761488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93979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761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Produkt abgleichen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783080" y="309067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Details kommen automatisch aus Open Food Facts (Edge Function scan-groceries).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877056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05536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38770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MHD fotografieren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783080" y="4206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 liest das Mindesthaltbarkeitsdatum per Texterkennung (OCR).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992624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517093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83080" y="49926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Fertig im Vorrat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783080" y="532180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Produkt landet korrekt datiert in der Vorratsliste – ohne Tipparbeit.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229600" y="1554480"/>
            <a:ext cx="2468880" cy="4480560"/>
          </a:xfrm>
          <a:prstGeom prst="roundRect">
            <a:avLst>
              <a:gd name="adj" fmla="val 9259"/>
            </a:avLst>
          </a:prstGeom>
          <a:solidFill>
            <a:srgbClr val="1F451F"/>
          </a:solidFill>
          <a:ln/>
          <a:effectLst>
            <a:outerShdw sx="100000" sy="100000" kx="0" ky="0" algn="bl" rotWithShape="0" blurRad="127000" dist="38100" dir="5400000">
              <a:srgbClr val="9AA79A">
                <a:alpha val="4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412480" y="1783080"/>
            <a:ext cx="2103120" cy="4023360"/>
          </a:xfrm>
          <a:prstGeom prst="roundRect">
            <a:avLst>
              <a:gd name="adj" fmla="val 5217"/>
            </a:avLst>
          </a:prstGeom>
          <a:solidFill>
            <a:srgbClr val="E7F0D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743200"/>
            <a:ext cx="1097280" cy="109728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641080" y="2377440"/>
            <a:ext cx="1645920" cy="41148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23" name="Text 16"/>
          <p:cNvSpPr/>
          <p:nvPr/>
        </p:nvSpPr>
        <p:spPr>
          <a:xfrm>
            <a:off x="841248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Scannen …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06908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KI-Rezepte – sicher gebaut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16636" y="173736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59636" y="19659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606" y="2179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Spoon App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sendet den aktuellen Vorrat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735324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539996" y="173736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2996" y="19659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966" y="21799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7156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Edge Function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68596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generate-recipes, Key bleibt serverseitig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758684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8563356" y="173736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706356" y="196596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326" y="217993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00516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791956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 passende Rezepte zurück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1463040" y="466344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235" y="485363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23160" y="45720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by Design: </a:t>
            </a:r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KI-API-Key liegt niemals in der App, sondern als Secret in der Edge Function. Die App kennt nur Supabase – geschützt durch Row Level Security.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CO₂-Bilanz &amp; Erinnerungen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4F8EE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9202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755" y="21104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CO₂-Bilanz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51560" y="29718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Geschätzte CO₂-Einsparung pro gerettetem Lebensmittel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Anschauliche Äquivalente statt abstrakter Zahlen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 Statistiken im Profil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Schätzlogik durch Unit-Tests abgesichert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4F8EE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9202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595" y="21104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Erinnerungen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629400" y="29718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Push-Benachrichtigung, bevor etwas verdirbt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komplett auf dem Gerät (flutter_local_notifications + timezone)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ohne Server-Push und ohne zusätzliche Dienste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Rechtzeitig kochen statt wegwerfen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Technik dahinter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3796" y="17373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73836" y="20574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2594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79676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73836" y="2926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App für Android &amp; iOS – inklusive Dark/Light-Theme.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7356" y="17373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97396" y="20574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78" y="22594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3236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597396" y="2926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Datenbank und Server-Funktionen – die Daten liegen sicher in der Cloud (EU).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53796" y="4069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73836" y="438912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" y="459120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79676" y="43891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ML Kit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73836" y="5257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Erkennt Barcodes und liest das MHD per Texterkennung – direkt auf dem Gerät.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277356" y="4069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4F8EE"/>
          </a:solidFill>
          <a:ln/>
          <a:effectLst>
            <a:outerShdw sx="100000" sy="100000" kx="0" ky="0" algn="bl" rotWithShape="0" blurRad="101600" dist="25400" dir="5400000">
              <a:srgbClr val="9AA79A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97396" y="438912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478" y="4591202"/>
            <a:ext cx="373075" cy="3730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03236" y="43891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6597396" y="5257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Erstellt die KI-Rezepte und erkennt Produkte auf Fotos – sicher serverseitig angebunden.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Architektur: Feature-First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F451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main.dart        Init: dotenv, Supabase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app.dart         Router + Theme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core/            Theme, Router, Client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features/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auth/  onboarding/  pantry/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scanner/  recipes/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notifications/  profile/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supabase/functions/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generate-recipes/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7F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scan-groceries/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dieser Schnitt?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237744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Feature ist ein eigenständiges Modul – leicht zu finden, leicht zu testen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bündelt Theme, Router, Supabase-Client und geteilte Widgets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als Interface + Supabase-Implementierung, Client per Riverpod injiziert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liegen versioniert mit im Repo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 für CO₂-Schätzung, Äquivalente und Nutzer-Statistiken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754880"/>
            <a:ext cx="3657600" cy="3657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55448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 &amp; Ausblick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Spoon macht den Vorrat sichtbar, erinnert rechtzeitig und liefert passende Rezepte – </a:t>
            </a:r>
            <a:pPr indent="0" marL="0">
              <a:buNone/>
            </a:pPr>
            <a:r>
              <a:rPr lang="en-US" sz="1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damit weniger im Müll landet.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320040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33549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2004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Haushalts-Sharing: ein Vorrat für die ganze WG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42236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40690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Einkaufsliste aus fehlenden Rezept-Zutaten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68680" y="493776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509229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9377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Release: Play-Store-Veröffentlichung (de.greenspoon.app)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880360"/>
            <a:ext cx="2834640" cy="2834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Spoon  ·  Vorrat scannen, klug kochen.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2026-07-11T14:42:17Z</dcterms:created>
  <dcterms:modified xsi:type="dcterms:W3CDTF">2026-07-11T14:42:17Z</dcterms:modified>
</cp:coreProperties>
</file>